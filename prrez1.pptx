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92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08DA69F3-0C43-4907-A62D-709CBB3711BE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F95FF25F-CC44-4EE0-B89A-AF7F77DDF950}" type="slidenum">
              <a:rPr lang="ru-RU" smtClean="0"/>
              <a:t>‹#›</a:t>
            </a:fld>
            <a:endParaRPr lang="ru-RU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0644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A69F3-0C43-4907-A62D-709CBB3711BE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5FF25F-CC44-4EE0-B89A-AF7F77DDF9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5315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A69F3-0C43-4907-A62D-709CBB3711BE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5FF25F-CC44-4EE0-B89A-AF7F77DDF950}" type="slidenum">
              <a:rPr lang="ru-RU" smtClean="0"/>
              <a:t>‹#›</a:t>
            </a:fld>
            <a:endParaRPr lang="ru-RU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6580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A69F3-0C43-4907-A62D-709CBB3711BE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5FF25F-CC44-4EE0-B89A-AF7F77DDF9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02607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A69F3-0C43-4907-A62D-709CBB3711BE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5FF25F-CC44-4EE0-B89A-AF7F77DDF950}" type="slidenum">
              <a:rPr lang="ru-RU" smtClean="0"/>
              <a:t>‹#›</a:t>
            </a:fld>
            <a:endParaRPr lang="ru-RU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45185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A69F3-0C43-4907-A62D-709CBB3711BE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5FF25F-CC44-4EE0-B89A-AF7F77DDF950}" type="slidenum">
              <a:rPr lang="ru-RU" smtClean="0"/>
              <a:t>‹#›</a:t>
            </a:fld>
            <a:endParaRPr lang="ru-RU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1749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A69F3-0C43-4907-A62D-709CBB3711BE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5FF25F-CC44-4EE0-B89A-AF7F77DDF9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62523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A69F3-0C43-4907-A62D-709CBB3711BE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5FF25F-CC44-4EE0-B89A-AF7F77DDF950}" type="slidenum">
              <a:rPr lang="ru-RU" smtClean="0"/>
              <a:t>‹#›</a:t>
            </a:fld>
            <a:endParaRPr lang="ru-RU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71982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A69F3-0C43-4907-A62D-709CBB3711BE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5FF25F-CC44-4EE0-B89A-AF7F77DDF9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17245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A69F3-0C43-4907-A62D-709CBB3711BE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5FF25F-CC44-4EE0-B89A-AF7F77DDF9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33569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A69F3-0C43-4907-A62D-709CBB3711BE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5FF25F-CC44-4EE0-B89A-AF7F77DDF950}" type="slidenum">
              <a:rPr lang="ru-RU" smtClean="0"/>
              <a:t>‹#›</a:t>
            </a:fld>
            <a:endParaRPr lang="ru-RU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99798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A69F3-0C43-4907-A62D-709CBB3711BE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5FF25F-CC44-4EE0-B89A-AF7F77DDF950}" type="slidenum">
              <a:rPr lang="ru-RU" smtClean="0"/>
              <a:t>‹#›</a:t>
            </a:fld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22532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A69F3-0C43-4907-A62D-709CBB3711BE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5FF25F-CC44-4EE0-B89A-AF7F77DDF9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46407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A69F3-0C43-4907-A62D-709CBB3711BE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5FF25F-CC44-4EE0-B89A-AF7F77DDF950}" type="slidenum">
              <a:rPr lang="ru-RU" smtClean="0"/>
              <a:t>‹#›</a:t>
            </a:fld>
            <a:endParaRPr lang="ru-RU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46249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A69F3-0C43-4907-A62D-709CBB3711BE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5FF25F-CC44-4EE0-B89A-AF7F77DDF950}" type="slidenum">
              <a:rPr lang="ru-RU" smtClean="0"/>
              <a:t>‹#›</a:t>
            </a:fld>
            <a:endParaRPr lang="ru-RU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454275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A69F3-0C43-4907-A62D-709CBB3711BE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5FF25F-CC44-4EE0-B89A-AF7F77DDF950}" type="slidenum">
              <a:rPr lang="ru-RU" smtClean="0"/>
              <a:t>‹#›</a:t>
            </a:fld>
            <a:endParaRPr lang="ru-RU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224912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A69F3-0C43-4907-A62D-709CBB3711BE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5FF25F-CC44-4EE0-B89A-AF7F77DDF950}" type="slidenum">
              <a:rPr lang="ru-RU" smtClean="0"/>
              <a:t>‹#›</a:t>
            </a:fld>
            <a:endParaRPr lang="ru-RU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47582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08DA69F3-0C43-4907-A62D-709CBB3711BE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F95FF25F-CC44-4EE0-B89A-AF7F77DDF9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56916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0241148-49DD-885B-4A57-CE4274D1FF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A222B8A-F8E2-69E3-763B-2112462F8C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0" y="4553145"/>
            <a:ext cx="3412067" cy="425253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Кочетов Дмитрий БПИ-241</a:t>
            </a:r>
          </a:p>
        </p:txBody>
      </p:sp>
    </p:spTree>
    <p:extLst>
      <p:ext uri="{BB962C8B-B14F-4D97-AF65-F5344CB8AC3E}">
        <p14:creationId xmlns:p14="http://schemas.microsoft.com/office/powerpoint/2010/main" val="5764210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D3F2C6-33DF-6FE6-9740-0AAD3A9A43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950363"/>
          </a:xfrm>
        </p:spPr>
        <p:txBody>
          <a:bodyPr>
            <a:noAutofit/>
          </a:bodyPr>
          <a:lstStyle/>
          <a:p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Введение</a:t>
            </a:r>
            <a:b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6DB786-CD51-481E-58C2-6055F3AA4D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Многозадачность представляет собой способность операционной системы эффективно управлять несколькими задачами (или процессами) одновременно. Она стала неотъемлемой частью современных компьютерных систем, позволяя пользователям параллельно решать разные задачи и значительно повышая продуктивность работы.</a:t>
            </a:r>
          </a:p>
        </p:txBody>
      </p:sp>
    </p:spTree>
    <p:extLst>
      <p:ext uri="{BB962C8B-B14F-4D97-AF65-F5344CB8AC3E}">
        <p14:creationId xmlns:p14="http://schemas.microsoft.com/office/powerpoint/2010/main" val="13160465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7813C3-0EB1-D491-31BA-285932EC2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Принципы реализации многозадачности</a:t>
            </a:r>
            <a:b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3EBC0A8-6185-69EA-7260-4F82F2045A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base">
              <a:buNone/>
            </a:pP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эффективной поддержки многозадачности используются два основных принципа:</a:t>
            </a:r>
          </a:p>
          <a:p>
            <a:pPr fontAlgn="base"/>
            <a:r>
              <a:rPr lang="ru-RU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Разделение времени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когда центральный процессор быстро переключается между выполняющимися задачами, создавая иллюзию одновременного выполнения.</a:t>
            </a:r>
          </a:p>
          <a:p>
            <a:pPr fontAlgn="base"/>
            <a:r>
              <a:rPr lang="ru-RU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Параллельность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физическое разделение задач между несколькими ядрами или процессорами.</a:t>
            </a:r>
          </a:p>
          <a:p>
            <a:pPr marL="0" indent="0" fontAlgn="base">
              <a:buNone/>
            </a:pP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Наиболее распространенными архитектурами являются:</a:t>
            </a:r>
          </a:p>
          <a:p>
            <a:pPr fontAlgn="base"/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Симметричная мультипроцессорная система (SMP)</a:t>
            </a:r>
          </a:p>
          <a:p>
            <a:pPr fontAlgn="base"/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Масштабируемая мультипроцессорная система (NUMA)</a:t>
            </a:r>
          </a:p>
          <a:p>
            <a:pPr marL="0" indent="0" fontAlgn="base">
              <a:buNone/>
            </a:pP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Также важным элементом является механизм конкуренции и совместного использования ресурсов между параллельными задачами.</a:t>
            </a:r>
          </a:p>
          <a:p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71936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5FB8D07-1E8B-694F-5883-FB737C2CA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Организация взаимодействия процессов</a:t>
            </a:r>
            <a:b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A71E24B-7CBB-520C-89AA-AECE4A7C63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base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Задача операционной системы заключается не только в эффективном выполнении нескольких задач, но и в правильном взаимодействии между ними. Для этого применяются специальные механизмы:</a:t>
            </a:r>
          </a:p>
          <a:p>
            <a:pPr fontAlgn="base"/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Механизм </a:t>
            </a:r>
            <a:r>
              <a:rPr lang="ru-RU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межпроцессного</a:t>
            </a: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взаимодействия (IPC)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передача сообщений, сигналы, общие переменные.</a:t>
            </a:r>
          </a:p>
          <a:p>
            <a:pPr fontAlgn="base"/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Синхронизация процессов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семафоры, мьютексы, условные переменные.</a:t>
            </a:r>
          </a:p>
          <a:p>
            <a:pPr fontAlgn="base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Решение проблем типа взаимоблокировок и гонок за доступ к общим ресурсам.</a:t>
            </a: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19798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7BC33D-AB19-0609-6EDB-3E9F3FBC4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Модели многопоточности</a:t>
            </a:r>
            <a:b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88BD8C9-333B-59EF-1036-34031771E0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 fontAlgn="base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Потоки представляют собой легкие объекты, позволяющие нескольким заданиям выполняться совместно в рамках одного процесса. Существуют две модели многопоточности:</a:t>
            </a:r>
          </a:p>
          <a:p>
            <a:pPr fontAlgn="base"/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Пользовательская многопоточность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создание и управление потоками выполняется исключительно приложением.</a:t>
            </a:r>
          </a:p>
          <a:p>
            <a:pPr fontAlgn="base"/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Многопоточность ядра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поддержка потоков реализуется на уровне операционной системы.</a:t>
            </a:r>
          </a:p>
          <a:p>
            <a:pPr marL="0" indent="0" fontAlgn="base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Каждая модель имеет свои преимущества и недостатки. Например, многопоточность ядра снижает нагрузку на приложение, однако требует больших затрат ресурсов.</a:t>
            </a: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77863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3B64DC-718E-2D39-0570-60F5CDE61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Программные средства поддержки многозадачности</a:t>
            </a:r>
            <a:b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C3A6300-EA9B-375D-D426-B9436A02AA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base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Программисты имеют широкий выбор инструментов для работы с многозадачными системами:</a:t>
            </a:r>
          </a:p>
          <a:p>
            <a:pPr fontAlgn="base"/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Библиотеки </a:t>
            </a:r>
            <a:r>
              <a:rPr lang="ru-RU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pthreads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(POSIX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Threads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предоставляют стандартные возможности для работы с потоками.</a:t>
            </a:r>
          </a:p>
          <a:p>
            <a:pPr fontAlgn="base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Специальные инструменты синхронизации и блокировки помогают избежать ошибок и обеспечить безопасность операций.</a:t>
            </a:r>
          </a:p>
          <a:p>
            <a:pPr marL="0" indent="0" fontAlgn="base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Эти библиотеки широко распространены благодаря своей переносимости и совместимости с большинством популярных операционных систем.</a:t>
            </a: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26693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92A440D-994A-B0FE-3846-5C6F40BCD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Производительность и ограничения</a:t>
            </a:r>
            <a:b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41D8BF2-4845-B745-24C3-AE7DCC0C05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base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Хотя многозадачность повышает общую производительность системы, существуют факторы, ограничивающие её эффективность:</a:t>
            </a:r>
          </a:p>
          <a:p>
            <a:pPr fontAlgn="base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Увеличенная нагрузка на центральный процессор и систему памяти.</a:t>
            </a:r>
          </a:p>
          <a:p>
            <a:pPr fontAlgn="base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Сложность написания корректных многопоточных приложений.</a:t>
            </a:r>
          </a:p>
          <a:p>
            <a:pPr fontAlgn="base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Вероятность возникновения конфликтов и сбоев в работе.</a:t>
            </a:r>
          </a:p>
          <a:p>
            <a:pPr marL="0" indent="0" fontAlgn="base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 проектировании многозадачного ПО необходимо учитывать особенности целевой платформы и рационально подходить к выбору механизма параллельного выполнения задач.</a:t>
            </a: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57167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356476-69D4-99FC-CC9E-8113C5261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Перспективы развития</a:t>
            </a:r>
            <a:b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F3C37AA-2AD0-9489-F0DF-E1634C5059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base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Развитие многозадачности тесно связано с эволюцией аппаратного обеспечения и появлением многоядерных процессоров. Сегодня активно развиваются новые подходы, направленные на улучшение параллельной обработки данных и минимизацию накладных расходов:</a:t>
            </a:r>
          </a:p>
          <a:p>
            <a:pPr fontAlgn="base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Асимметричное распараллеливание (ARM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big.LITTLE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fontAlgn="base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Гетерогенные вычислительные платформы (GPU + CPU)</a:t>
            </a:r>
          </a:p>
          <a:p>
            <a:pPr marL="0" indent="0" fontAlgn="base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Использование графических ускорителей и специализированных чипов открывает широкие перспективы для улучшения производительности многозадачных систем.</a:t>
            </a: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68631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86E9D0-4BCC-A7A1-505C-0919E681C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  <a:b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7686803-E2FE-3B88-87FB-5D7D1AE17F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Поддержка многозадачности является одним из важнейших элементов проектирования современных операционных систем и прикладного программного обеспечения. Грамотное применение методов разделения времени, синхронности и многопоточности позволяет существенно увеличить производительность и надежность работы системы. Однако успех зависит от понимания разработчиками фундаментальных принципов и выбора соответствующих инструментальных средств.</a:t>
            </a:r>
          </a:p>
        </p:txBody>
      </p:sp>
    </p:spTree>
    <p:extLst>
      <p:ext uri="{BB962C8B-B14F-4D97-AF65-F5344CB8AC3E}">
        <p14:creationId xmlns:p14="http://schemas.microsoft.com/office/powerpoint/2010/main" val="58692689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Натуральные материалы">
  <a:themeElements>
    <a:clrScheme name="Натуральные материалы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Натуральные материалы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Натуральные материалы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6</TotalTime>
  <Words>471</Words>
  <Application>Microsoft Office PowerPoint</Application>
  <PresentationFormat>Широкоэкранный</PresentationFormat>
  <Paragraphs>39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3" baseType="lpstr">
      <vt:lpstr>Arial</vt:lpstr>
      <vt:lpstr>Garamond</vt:lpstr>
      <vt:lpstr>Times New Roman</vt:lpstr>
      <vt:lpstr>Натуральные материалы</vt:lpstr>
      <vt:lpstr>Презентация PowerPoint</vt:lpstr>
      <vt:lpstr>Введение </vt:lpstr>
      <vt:lpstr>Принципы реализации многозадачности </vt:lpstr>
      <vt:lpstr>Организация взаимодействия процессов </vt:lpstr>
      <vt:lpstr>Модели многопоточности </vt:lpstr>
      <vt:lpstr>Программные средства поддержки многозадачности </vt:lpstr>
      <vt:lpstr>Производительность и ограничения </vt:lpstr>
      <vt:lpstr>Перспективы развития </vt:lpstr>
      <vt:lpstr>Заключение 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Dmitriy Kochetov</dc:creator>
  <cp:lastModifiedBy>Антон</cp:lastModifiedBy>
  <cp:revision>2</cp:revision>
  <dcterms:created xsi:type="dcterms:W3CDTF">2026-03-04T16:00:42Z</dcterms:created>
  <dcterms:modified xsi:type="dcterms:W3CDTF">2026-04-24T12:01:06Z</dcterms:modified>
</cp:coreProperties>
</file>