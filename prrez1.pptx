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6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31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58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6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518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7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52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19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72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35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979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253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40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46249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542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2491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758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8DA69F3-0C43-4907-A62D-709CBB3711BE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95FF25F-CC44-4EE0-B89A-AF7F77DDF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69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241148-49DD-885B-4A57-CE4274D1FF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многозадачности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222B8A-F8E2-69E3-763B-2112462F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4553145"/>
            <a:ext cx="3412067" cy="42525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Кочетов Дмитрий БПИ-241</a:t>
            </a:r>
          </a:p>
        </p:txBody>
      </p:sp>
    </p:spTree>
    <p:extLst>
      <p:ext uri="{BB962C8B-B14F-4D97-AF65-F5344CB8AC3E}">
        <p14:creationId xmlns:p14="http://schemas.microsoft.com/office/powerpoint/2010/main" val="57642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3F2C6-33DF-6FE6-9740-0AAD3A9A4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50363"/>
          </a:xfrm>
        </p:spPr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DB786-CD51-481E-58C2-6055F3AA4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Многозадачность представляет собой способность операционной системы эффективно управлять несколькими задачами (или процессами) одновременно. Она стала неотъемлемой частью современных компьютерных систем, позволяя пользователям параллельно решать разные задачи и значительно повышая продуктивность работы.</a:t>
            </a:r>
          </a:p>
        </p:txBody>
      </p:sp>
    </p:spTree>
    <p:extLst>
      <p:ext uri="{BB962C8B-B14F-4D97-AF65-F5344CB8AC3E}">
        <p14:creationId xmlns:p14="http://schemas.microsoft.com/office/powerpoint/2010/main" val="131604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7813C3-0EB1-D491-31BA-285932EC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реализации многозадачности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EBC0A8-6185-69EA-7260-4F82F2045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эффективной поддержки многозадачности используются два основных принципа:</a:t>
            </a:r>
          </a:p>
          <a:p>
            <a:pPr fontAlgn="base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времени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когда центральный процессор быстро переключается между выполняющимися задачами, создавая иллюзию одновременного выполнения.</a:t>
            </a:r>
          </a:p>
          <a:p>
            <a:pPr fontAlgn="base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Параллельность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физическое разделение задач между несколькими ядрами или процессорами.</a:t>
            </a:r>
          </a:p>
          <a:p>
            <a:pPr marL="0" indent="0" fontAlgn="base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распространенными архитектурами являются:</a:t>
            </a:r>
          </a:p>
          <a:p>
            <a:pPr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Симметричная мультипроцессорная система (SMP)</a:t>
            </a:r>
          </a:p>
          <a:p>
            <a:pPr fontAlgn="base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Масштабируемая мультипроцессорная система (NUMA)</a:t>
            </a:r>
          </a:p>
          <a:p>
            <a:pPr marL="0" indent="0" fontAlgn="base"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важным элементом является механизм конкуренции и совместного использования ресурсов между параллельными задачами.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19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B8D07-1E8B-694F-5883-FB737C2CA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взаимодействия процессов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1E24B-7CBB-520C-89AA-AECE4A7C6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операционной системы заключается не только в эффективном выполнении нескольких задач, но и в правильном взаимодействии между ними. Для этого применяются специальные механизмы:</a:t>
            </a:r>
          </a:p>
          <a:p>
            <a:pPr fontAlgn="base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межпроцессного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взаимодействия (IPC)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передача сообщений, сигналы, общие переменные.</a:t>
            </a:r>
          </a:p>
          <a:p>
            <a:pPr fontAlgn="base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Синхронизация процессов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семафоры, мьютексы, условные переменные.</a:t>
            </a:r>
          </a:p>
          <a:p>
            <a:pPr fontAlgn="base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проблем типа взаимоблокировок и гонок за доступ к общим ресурсам.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97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BC33D-AB19-0609-6EDB-3E9F3FBC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многопоточности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8BD8C9-333B-59EF-1036-34031771E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Потоки представляют собой легкие объекты, позволяющие нескольким заданиям выполняться совместно в рамках одного процесса. Существуют две модели многопоточности:</a:t>
            </a:r>
          </a:p>
          <a:p>
            <a:pPr fontAlgn="base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Пользовательская многопоточность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создание и управление потоками выполняется исключительно приложением.</a:t>
            </a:r>
          </a:p>
          <a:p>
            <a:pPr fontAlgn="base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Многопоточность ядра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поддержка потоков реализуется на уровне операционной системы.</a:t>
            </a:r>
          </a:p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Каждая модель имеет свои преимущества и недостатки. Например, многопоточность ядра снижает нагрузку на приложение, однако требует больших затрат ресурсов.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8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3B64DC-718E-2D39-0570-60F5CDE6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Программные средства поддержки многозадачности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3A6300-EA9B-375D-D426-B9436A02A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Программисты имеют широкий выбор инструментов для работы с многозадачными системами:</a:t>
            </a:r>
          </a:p>
          <a:p>
            <a:pPr fontAlgn="base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Библиотеки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pthreads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(POSIX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предоставляют стандартные возможности для работы с потоками.</a:t>
            </a:r>
          </a:p>
          <a:p>
            <a:pPr fontAlgn="base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Специальные инструменты синхронизации и блокировки помогают избежать ошибок и обеспечить безопасность операций.</a:t>
            </a:r>
          </a:p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библиотеки широко распространены благодаря своей переносимости и совместимости с большинством популярных операционных систем.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66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A440D-994A-B0FE-3846-5C6F40BC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 и ограничения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D8BF2-4845-B745-24C3-AE7DCC0C0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Хотя многозадачность повышает общую производительность системы, существуют факторы, ограничивающие её эффективность:</a:t>
            </a:r>
          </a:p>
          <a:p>
            <a:pPr fontAlgn="base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Увеличенная нагрузка на центральный процессор и систему памяти.</a:t>
            </a:r>
          </a:p>
          <a:p>
            <a:pPr fontAlgn="base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написания корректных многопоточных приложений.</a:t>
            </a:r>
          </a:p>
          <a:p>
            <a:pPr fontAlgn="base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Вероятность возникновения конфликтов и сбоев в работе.</a:t>
            </a:r>
          </a:p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проектировании многозадачного ПО необходимо учитывать особенности целевой платформы и рационально подходить к выбору механизма параллельного выполнения задач.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716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56476-69D4-99FC-CC9E-8113C526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3C37AA-2AD0-9489-F0DF-E1634C505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многозадачности тесно связано с эволюцией аппаратного обеспечения и появлением многоядерных процессоров. Сегодня активно развиваются новые подходы, направленные на улучшение параллельной обработки данных и минимизацию накладных расходов:</a:t>
            </a:r>
          </a:p>
          <a:p>
            <a:pPr fontAlgn="base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Асимметричное распараллеливание (ARM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big.LITTLE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fontAlgn="base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Гетерогенные вычислительные платформы (GPU + CPU)</a:t>
            </a:r>
          </a:p>
          <a:p>
            <a:pPr marL="0" indent="0" fontAlgn="base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графических ускорителей и специализированных чипов открывает широкие перспективы для улучшения производительности многозадачных систем.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86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6E9D0-4BCC-A7A1-505C-0919E681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686803-E2FE-3B88-87FB-5D7D1AE17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Поддержка многозадачности является одним из важнейших элементов проектирования современных операционных систем и прикладного программного обеспечения. Грамотное применение методов разделения времени, синхронности и многопоточности позволяет существенно увеличить производительность и надежность работы системы. Однако успех зависит от понимания разработчиками фундаментальных принципов и выбора соответствующих инструментальных средств.</a:t>
            </a:r>
          </a:p>
        </p:txBody>
      </p:sp>
    </p:spTree>
    <p:extLst>
      <p:ext uri="{BB962C8B-B14F-4D97-AF65-F5344CB8AC3E}">
        <p14:creationId xmlns:p14="http://schemas.microsoft.com/office/powerpoint/2010/main" val="586926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484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Garamond</vt:lpstr>
      <vt:lpstr>Times New Roman</vt:lpstr>
      <vt:lpstr>Натуральные материалы</vt:lpstr>
      <vt:lpstr>Поддержка многозадачности </vt:lpstr>
      <vt:lpstr>Введение </vt:lpstr>
      <vt:lpstr>Принципы реализации многозадачности </vt:lpstr>
      <vt:lpstr>Организация взаимодействия процессов </vt:lpstr>
      <vt:lpstr>Модели многопоточности </vt:lpstr>
      <vt:lpstr>Программные средства поддержки многозадачности </vt:lpstr>
      <vt:lpstr>Производительность и ограничения </vt:lpstr>
      <vt:lpstr>Перспективы развития </vt:lpstr>
      <vt:lpstr>Заключение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Dmitriy Kochetov</dc:creator>
  <cp:lastModifiedBy>Dmitriy Kochetov</cp:lastModifiedBy>
  <cp:revision>1</cp:revision>
  <dcterms:created xsi:type="dcterms:W3CDTF">2026-03-04T16:00:42Z</dcterms:created>
  <dcterms:modified xsi:type="dcterms:W3CDTF">2026-03-04T16:07:07Z</dcterms:modified>
</cp:coreProperties>
</file>